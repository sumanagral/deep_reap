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4800" b="1">
                <a:solidFill>
                  <a:srgbClr val="FFFFFF"/>
                </a:solidFill>
                <a:latin typeface="Georgia"/>
              </a:rPr>
              <a:t>DeepREAP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D8DEE8"/>
                </a:solidFill>
                <a:latin typeface="Calibri"/>
              </a:rPr>
              <a:t>Integrating Regressive Ensemble Demand Prediction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>
                <a:solidFill>
                  <a:srgbClr val="D8DEE8"/>
                </a:solidFill>
                <a:latin typeface="Calibri"/>
              </a:rPr>
              <a:t>with Deep Reinforcement Learning for Cloud Resource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A8B4C8"/>
                </a:solidFill>
                <a:latin typeface="Calibri"/>
              </a:rPr>
              <a:t>Suma Nagral  ·  Raghav Sharma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A8B4C8"/>
                </a:solidFill>
                <a:latin typeface="Calibri"/>
              </a:rPr>
              <a:t>San José State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C45C26"/>
                </a:solidFill>
                <a:latin typeface="Calibri"/>
              </a:rPr>
              <a:t>Forecast-conditioned SJF imitation  ·  latency–throughput operating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Cloud allocation under dynamic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Cloud resource allocation trades per-job latency against cluster throughput.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SMEs feel this without hyperscale slack or dedicated capacity-planning staff.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Two ML families address it separately: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DRL schedulers (DeepRM / DeepRM_Plus) react to current cluster state.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    Regression ensembles (REAP) forecast future demand from telemetry.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800" b="0">
                <a:solidFill>
                  <a:srgbClr val="1A1A1A"/>
                </a:solidFill>
                <a:latin typeface="Calibri"/>
              </a:rPr>
              <a:t>•  They are complementary — reactive vs anticipatory — but seldom combined.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The integration 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What the scheduler knows about the future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46520" y="1463040"/>
            <a:ext cx="52120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B2A4A"/>
                </a:solidFill>
                <a:latin typeface="Georgia"/>
              </a:rPr>
              <a:t>Vanilla DRL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Observes current cluster load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Sees the visible job queue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No demand forecast in state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Policy is purely reactive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1F6F6B"/>
                </a:solidFill>
                <a:latin typeface="Georgia"/>
              </a:rPr>
              <a:t>DeepREAP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Same cluster + job image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Plus REAP forecast channels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Fused into state — not a hand-coded priority score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Policy learns how much to trust the forecast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Research questions &amp;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45C26"/>
                </a:solidFill>
                <a:latin typeface="Calibri"/>
              </a:rPr>
              <a:t>Research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7373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RQ1 — How can REAP forecasts enter DeepRM_Plus state without a hand-coded predictor–scheduler contract?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RQ2 — What latency / completion / throughput operating point does that integration produce, and which training regime realises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200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C45C26"/>
                </a:solidFill>
                <a:latin typeface="Calibri"/>
              </a:rPr>
              <a:t>Contributions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52044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(i) Working DeepREAP system: REAP forecasts fused into a DeepRM-style CNN state, with REST + monitoring.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(ii) Twin evaluation: forecast channels are the only difference → slowdown 8.27 / completion 19.04 vs 19.30 / 43.41.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(iii) Practical recipe: SJF imitation with forecast-augmented state; short PPO does not improve it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Four stages; forecasts fused into state before the policy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26517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54480"/>
            <a:ext cx="2651760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Georgia"/>
              </a:rPr>
              <a:t>1. 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60-day telemetry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3,000-job Poisson 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554480"/>
            <a:ext cx="26517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554480"/>
            <a:ext cx="2651760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Georgia"/>
              </a:rPr>
              <a:t>2. REAP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GA features →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5 regressors → inv-MSE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554480"/>
            <a:ext cx="26517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554480"/>
            <a:ext cx="2651760" cy="109728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Georgia"/>
              </a:rPr>
              <a:t>3. State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Cluster + jobs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⊕ CPU/mem forecasts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4688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C45C26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554480"/>
            <a:ext cx="265176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554480"/>
            <a:ext cx="2651760" cy="109728"/>
          </a:xfrm>
          <a:prstGeom prst="rect">
            <a:avLst/>
          </a:prstGeom>
          <a:solidFill>
            <a:srgbClr val="1F6F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81160" y="1828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>
                <a:solidFill>
                  <a:srgbClr val="1B2A4A"/>
                </a:solidFill>
                <a:latin typeface="Georgia"/>
              </a:rPr>
              <a:t>4. CNN policy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24231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SJF imitation →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PPO (15 updates)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2062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Design choice: fuse forecasts into the state image — no hand-coded priority contract.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Twin protocol: DeepREAP vs DeepRM_Plus differ only in those forecast channels.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Environment: 2 resources × capacity 10, horizon T=20, M=5 visible jobs.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REAP prediction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60-day synthetic trace — ensemble vs base regressors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p_quality_cpu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669280" cy="2519680"/>
          </a:xfrm>
          <a:prstGeom prst="rect">
            <a:avLst/>
          </a:prstGeom>
        </p:spPr>
      </p:pic>
      <p:pic>
        <p:nvPicPr>
          <p:cNvPr id="7" name="Picture 6" descr="reap_quality_memory_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669280" cy="2519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CPU: ensemble MSE 8.07 — best of all models.  Memory: competitive (25.04) but SVR alone wins (24.49).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Why memory is competitive, not dominant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Inverse-MSE weights stay nearly flat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eap_weights_cpu_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5486400" cy="3657600"/>
          </a:xfrm>
          <a:prstGeom prst="rect">
            <a:avLst/>
          </a:prstGeom>
        </p:spPr>
      </p:pic>
      <p:pic>
        <p:nvPicPr>
          <p:cNvPr id="7" name="Picture 6" descr="reap_weights_memory_us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48640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029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Weights span only ~0.13–0.23 → weaker models keep non-trivial mass.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Reasonable default when the best base model is unknown; sharper weighting is a natural next step.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Key result: twin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Forecast channels are the only manipulated factor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6B"/>
                </a:solidFill>
                <a:latin typeface="Georgia"/>
              </a:rPr>
              <a:t>8.27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57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DeepREAP slowdown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(imitation)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41732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554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45C26"/>
                </a:solidFill>
                <a:latin typeface="Georgia"/>
              </a:rPr>
              <a:t>19.30 → 8.27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57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Slowdown with forecasts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vs DeepRM_Plus twin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417320"/>
            <a:ext cx="35661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6B"/>
                </a:solidFill>
                <a:latin typeface="Georgia"/>
              </a:rPr>
              <a:t>19.04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05740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Avg completion (slots)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vs 43.41 twin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17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4A5568"/>
                </a:solidFill>
                <a:latin typeface="Calibri"/>
              </a:rPr>
              <a:t>Shared job trace (seed 123), 201-step budget, shared training recipe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4290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FIFO / SJF / Packer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slowdown 18.76–20.20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completion ~48–50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130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DeepRM_Plus (imitation)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813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19.30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813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43.41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1970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DeepREAP (imitation)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41970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8.27  ← best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1970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19.04  ← best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8114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1B2A4A"/>
                </a:solidFill>
                <a:latin typeface="Calibri"/>
              </a:rPr>
              <a:t>DeepREAP (PPO, 15 upd.)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581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18.12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581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42.05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Scheduling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Lower is better — DeepREAP-imitation leads on both latency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vg_slow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71600"/>
            <a:ext cx="5669280" cy="2753650"/>
          </a:xfrm>
          <a:prstGeom prst="rect">
            <a:avLst/>
          </a:prstGeom>
        </p:spPr>
      </p:pic>
      <p:pic>
        <p:nvPicPr>
          <p:cNvPr id="7" name="Picture 6" descr="avg_comple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71600"/>
            <a:ext cx="5669280" cy="2753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8064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Heuristics cluster ~18–20 slowdown; forecast-conditioned imitation is the clear latency winner.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Latency–throughput operating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Not a claim of higher work-conserving throughput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C45C26"/>
                </a:solidFill>
                <a:latin typeface="Georgia"/>
              </a:rPr>
              <a:t>25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03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DeepREAP completed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in 201 steps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6576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1F6F6B"/>
                </a:solidFill>
                <a:latin typeface="Georgia"/>
              </a:rPr>
              <a:t>52–54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03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Heuristic n_done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(same budget)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63040"/>
            <a:ext cx="33832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CB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4A5568"/>
                </a:solidFill>
                <a:latin typeface="Georgia"/>
              </a:rPr>
              <a:t>−446.4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031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Worst total reward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4A5568"/>
                </a:solidFill>
                <a:latin typeface="Calibri"/>
              </a:rPr>
              <a:t>(backlog still charged)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2918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Policy defers long jobs into windows where REAP anticipates spare headroom.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Finished jobs are much faster (slowdown / completion); raw throughput drops.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Reward sums over all resident jobs — including backlog — so it is not a proxy for scheduling quality alone.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•  Dollar cost = a rate card on this table; we leave the rate unspecified.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Training dynamics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Short PPO does not improve on imitation at this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earning_curve_deeprm_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25880"/>
            <a:ext cx="5669280" cy="2834640"/>
          </a:xfrm>
          <a:prstGeom prst="rect">
            <a:avLst/>
          </a:prstGeom>
        </p:spPr>
      </p:pic>
      <p:pic>
        <p:nvPicPr>
          <p:cNvPr id="7" name="Picture 6" descr="learning_curve_deepre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325880"/>
            <a:ext cx="5669280" cy="28346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0749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15 PPO updates (~1.5×10⁴ transitions): reward oscillates; no clear upward trend.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1A1A1A"/>
                </a:solidFill>
                <a:latin typeface="Calibri"/>
              </a:rPr>
              <a:t>•  Reported recipe: forecast-conditioned SJF imitation. Whether larger PPO helps remains open.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1B2A4A"/>
                </a:solidFill>
                <a:latin typeface="Georgia"/>
              </a:rP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2296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4A5568"/>
                </a:solidFill>
                <a:latin typeface="Calibri"/>
              </a:rPr>
              <a:t>Narrow, defensible claim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280160" cy="36576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DeepREAP = state-fusion of REAP forecasts into a DeepRM-style scheduler.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Under controlled synthetic short-horizon eval, SJF imitation with forecasts reaches slowdown 8.27 and completion 19.04 — vs 19.30 / 43.41 for the no-forecast twin.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That win is a latency–throughput operating point (fewer jobs finished under a fixed step budget).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REAP ensemble wins on CPU load; competitive but not dominant on memory.</a:t>
            </a:r>
          </a:p>
          <a:p>
            <a:pPr algn="l">
              <a:spcBef>
                <a:spcPts val="800"/>
              </a:spcBef>
              <a:spcAft>
                <a:spcPts val="400"/>
              </a:spcAft>
            </a:pPr>
            <a:r>
              <a:rPr sz="1700" b="0">
                <a:solidFill>
                  <a:srgbClr val="1A1A1A"/>
                </a:solidFill>
                <a:latin typeface="Calibri"/>
              </a:rPr>
              <a:t>•  Limitations: synthetic trace, fixed seed/trace, fixed horizon — public traces and longer drains are next.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212080"/>
            <a:ext cx="11155680" cy="914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3949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Not “predictive DRL always wins” — a quantified forecast-in-state operating point under a fixed protocol.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DeepREAP  ·  SJSU CMPE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4A556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